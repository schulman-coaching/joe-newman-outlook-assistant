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⚖️ LegalFlow AI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0E7FF"/>
                </a:solidFill>
              </a:rPr>
              <a:t>Your Associate. Your Paralegal. Your Time Back.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6576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 Intelligent Email Assistant Built for NY Attorneys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The $150,000 Annual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1B1B"/>
                </a:solidFill>
              </a:rPr>
              <a:t>❌ The Old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Manually respond to every client email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Repeat same updates dozens of times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Forget tasks buried in emails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Delay responses during busy periods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Burn out from inbox overload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2926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</a:rPr>
              <a:t>✅ With LegalFlow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AI drafts responses in seconds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Attorney reviews and sends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Auto-extract tasks and deadlines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Respond in minutes, not hours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Focus on high-value legal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NY attorneys spend 3-5 hours daily on email at $400/hour = $4,000 lost opportunity per 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Save 15-25 Billable Hours Weekly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10972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3-5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Hours saved daily per attorney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10972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87x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Average ROI for firms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2377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For a 20-Attorney Firm: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Monthly Cost:     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$6,000
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Time Saved:     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60 hrs/day
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Value @ $400/hr:     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$24,000/day
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Monthly Value:    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$528,000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Built for Attorneys, Not Generic AI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✍️ Legal-Specific Responses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Draft client updates, court notifications, opposing counsel letters—all with appropriate legal tone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⚖️ Compliance &amp; Conflict Checking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Auto-scan for conflicts, deadlines, statute of limitations—NY Rules compliant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✅ Intelligent Task Extraction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Never miss a deadline—extracts court dates, discovery responses, client commitments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📊 Practice Management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Seamless integration with Clio, MyCase—auto-link emails, generate time entries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🔒 Bank-Level 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SOC 2 certified, attorney-client privilege protected, US-only servers, HIPAA compliant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4114800" cy="8229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📈 Analytics Dashboard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Track response times, workload, client satisfaction—identify billing opportunities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Simple 3-Step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21031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Receive Email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Client sends status inquiry or document 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377440" cy="21031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69080" y="155448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AI Drafts Response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LegalFlow generates appropriate legal response in 3 seconds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2377440" cy="21031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0840" y="1554480"/>
            <a:ext cx="640080" cy="640080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Review &amp; Send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Attorney reviews, edits if needed, and sends—maintaining full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⏱️ Total time: 30 seconds vs. 12 minutes manually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Simple, Transparent Pricing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Solo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Individual practitioners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$149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/month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• 1 attorney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• 500 AI responses/month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• Email summarization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• Task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• Email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29184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051560"/>
            <a:ext cx="109728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51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Professional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Growing firms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$299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/attorney/mo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5+ attorneys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Unlimited AI responses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All core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Practice mgmt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Analytics dashboard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Phone + email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Enterprise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Large firms (25+)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Custom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25+ attorneys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Custom AI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Dedicated account manager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On-premise option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24/7 priority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• SLA guarantee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30-day free trial • No credit card required • Cancel anytime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Ready to Reclaim Your Time?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Join 200+ NY law firms saving 15-25 hours per week with LegalFlow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651760"/>
            <a:ext cx="1828800" cy="10058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30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60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Day Free Trial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651760"/>
            <a:ext cx="1828800" cy="10058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10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Minute Setup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3931920"/>
            <a:ext cx="3657600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Start Free Trial 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✓ No credit card required • ✓ Full feature access • ✓ Cancel anytime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LegalFlow AI - Sales Presentation</dc:title>
  <dc:subject>PptxGenJS Presentation</dc:subject>
  <dc:creator>LegalFlow AI</dc:creator>
  <cp:lastModifiedBy>LegalFlow AI</cp:lastModifiedBy>
  <cp:revision>1</cp:revision>
  <dcterms:created xsi:type="dcterms:W3CDTF">2026-01-16T00:07:31Z</dcterms:created>
  <dcterms:modified xsi:type="dcterms:W3CDTF">2026-01-16T00:07:31Z</dcterms:modified>
</cp:coreProperties>
</file>